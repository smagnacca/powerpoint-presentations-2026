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932688"/>
            <a:ext cx="1024128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16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DESKTOP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9692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Dive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2670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Claude Desktop works, and how to use it responsibly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5413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9/21/2026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5833872"/>
            <a:ext cx="10789920" cy="0"/>
          </a:xfrm>
          <a:prstGeom prst="line">
            <a:avLst/>
          </a:prstGeom>
          <a:noFill/>
          <a:ln w="12700">
            <a:solidFill>
              <a:srgbClr val="5EEAD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6016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and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esktop/Global AI usage 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64592"/>
            <a:ext cx="11969496" cy="62544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DESKTOP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safety and leadership values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447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reflection on responsibility, judgment, and the human role in AI-enabled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7818120" cy="4242816"/>
          </a:xfrm>
          <a:prstGeom prst="roundRect">
            <a:avLst>
              <a:gd name="adj" fmla="val 1724"/>
            </a:avLst>
          </a:prstGeom>
          <a:solidFill>
            <a:srgbClr val="111827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2960" y="2075688"/>
            <a:ext cx="7479792" cy="3867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23960" y="1901952"/>
            <a:ext cx="2706624" cy="4242816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07424" y="2240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38BDF8"/>
                </a:solidFill>
              </a:rPr>
              <a:t>WATCH &amp; DISCUSS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07424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0:50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07424" y="3383280"/>
            <a:ext cx="20574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Use this clip as a pause point. Ask what the example changes about how we delegate work, check results, and keep human judgment in the loop.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07424" y="5687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Local media embedded in the source deck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DESKTOP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Importance of AI alignment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447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to cheat makes the alignment problem concrete: capable systems still need clear goals and boundaries.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7818120" cy="4242816"/>
          </a:xfrm>
          <a:prstGeom prst="roundRect">
            <a:avLst>
              <a:gd name="adj" fmla="val 1724"/>
            </a:avLst>
          </a:prstGeom>
          <a:solidFill>
            <a:srgbClr val="111827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2960" y="2075688"/>
            <a:ext cx="7479792" cy="3867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23960" y="1901952"/>
            <a:ext cx="2706624" cy="4242816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07424" y="2240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F59E0B"/>
                </a:solidFill>
              </a:rPr>
              <a:t>WATCH &amp; DISCUSS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07424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0:47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07424" y="3383280"/>
            <a:ext cx="20574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Use this clip as a pause point. Ask what the example changes about how we delegate work, check results, and keep human judgment in the loop.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07424" y="56875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Local media embedded in the source deck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cottmagnacca/Documents/Claude/Projects/powerpoint-presentations-2026/claude-desktop-presentation-2026-09-29/source-renders/pag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54496"/>
            <a:ext cx="12191695" cy="603504"/>
          </a:xfrm>
          <a:prstGeom prst="rect">
            <a:avLst/>
          </a:prstGeom>
          <a:solidFill>
            <a:srgbClr val="006B50"/>
          </a:solidFill>
          <a:ln w="12700">
            <a:solidFill>
              <a:srgbClr val="006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Scott Magnacca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Desktop Presentation and Overview</dc:title>
  <dc:subject>Claude Desktop overview</dc:subject>
  <dc:creator>Scott Magnacca</dc:creator>
  <cp:lastModifiedBy>Scott Magnacca</cp:lastModifiedBy>
  <cp:revision>1</cp:revision>
  <dcterms:created xsi:type="dcterms:W3CDTF">2026-09-29T17:17:18Z</dcterms:created>
  <dcterms:modified xsi:type="dcterms:W3CDTF">2026-09-29T17:17:18Z</dcterms:modified>
</cp:coreProperties>
</file>