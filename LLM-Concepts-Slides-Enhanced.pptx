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video" Target="../media/media-1-1.mp4"/><Relationship Id="rId2" Type="http://schemas.microsoft.com/office/2007/relationships/media" Target="../media/media-1-1.mp4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video" Target="../media/media-2-1.mp4"/><Relationship Id="rId2" Type="http://schemas.microsoft.com/office/2007/relationships/media" Target="../media/media-2-1.mp4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video" Target="../media/media-3-1.mp4"/><Relationship Id="rId2" Type="http://schemas.microsoft.com/office/2007/relationships/media" Target="../media/media-3-1.mp4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5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365760"/>
            <a:ext cx="3566160" cy="548640"/>
          </a:xfrm>
          <a:prstGeom prst="roundRect">
            <a:avLst>
              <a:gd name="adj" fmla="val 25000"/>
            </a:avLst>
          </a:prstGeom>
          <a:solidFill>
            <a:srgbClr val="C8A84B"/>
          </a:solidFill>
          <a:ln w="12700">
            <a:solidFill>
              <a:srgbClr val="C8A84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365760"/>
            <a:ext cx="3566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A24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1 · THE ENGINE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11480" y="1051560"/>
            <a:ext cx="1136873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an LLM Works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411480" y="1920240"/>
            <a:ext cx="1136873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C8A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isn't thinking — it's predicting the next most likely word, one token at a time.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8616391" y="2734056"/>
            <a:ext cx="3218688" cy="3218688"/>
          </a:xfrm>
          <a:prstGeom prst="roundRect">
            <a:avLst>
              <a:gd name="adj" fmla="val 2841"/>
            </a:avLst>
          </a:prstGeom>
          <a:solidFill>
            <a:srgbClr val="C8A84B"/>
          </a:solidFill>
          <a:ln w="12700">
            <a:solidFill>
              <a:srgbClr val="C8A84B"/>
            </a:solidFill>
            <a:prstDash val="solid"/>
          </a:ln>
          <a:effectLst>
            <a:outerShdw sx="100000" sy="100000" kx="0" ky="0" algn="bl" rotWithShape="0" blurRad="203200" dist="76200" dir="2700000">
              <a:srgbClr val="000000">
                <a:alpha val="50000"/>
              </a:srgbClr>
            </a:outerShdw>
          </a:effectLst>
        </p:spPr>
      </p:sp>
      <p:pic>
        <p:nvPicPr>
          <p:cNvPr id="3" name="Media 0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8671255" y="2788920"/>
            <a:ext cx="3108960" cy="31089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11480" y="2926080"/>
            <a:ext cx="822960" cy="822960"/>
          </a:xfrm>
          <a:prstGeom prst="ellipse">
            <a:avLst/>
          </a:prstGeom>
          <a:solidFill>
            <a:srgbClr val="2C6B57"/>
          </a:solidFill>
          <a:ln w="31750">
            <a:solidFill>
              <a:srgbClr val="C8A84B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pic>
        <p:nvPicPr>
          <p:cNvPr id="9" name="Image 0" descr="/private/tmp/claude-501/-Users-scottmagnacca-Documents-Claude-Projects-powerpoint-presentations-2026/scratchpad/icons/microchip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990" y="3123590"/>
            <a:ext cx="427939" cy="427939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371600" y="2926080"/>
            <a:ext cx="679673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Pattern-matching at massive scale</a:t>
            </a:r>
            <a:endParaRPr lang="en-US" sz="1700" dirty="0"/>
          </a:p>
        </p:txBody>
      </p:sp>
      <p:sp>
        <p:nvSpPr>
          <p:cNvPr id="11" name="Text 7"/>
          <p:cNvSpPr/>
          <p:nvPr/>
        </p:nvSpPr>
        <p:spPr>
          <a:xfrm>
            <a:off x="1371600" y="3310128"/>
            <a:ext cx="679673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F6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on billions of examples of human text to spot statistical patterns.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411480" y="4160520"/>
            <a:ext cx="822960" cy="822960"/>
          </a:xfrm>
          <a:prstGeom prst="ellipse">
            <a:avLst/>
          </a:prstGeom>
          <a:solidFill>
            <a:srgbClr val="2C6B57"/>
          </a:solidFill>
          <a:ln w="31750">
            <a:solidFill>
              <a:srgbClr val="C8A84B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pic>
        <p:nvPicPr>
          <p:cNvPr id="13" name="Image 1" descr="/private/tmp/claude-501/-Users-scottmagnacca-Documents-Claude-Projects-powerpoint-presentations-2026/scratchpad/icons/brai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8990" y="4358030"/>
            <a:ext cx="427939" cy="427939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371600" y="4160520"/>
            <a:ext cx="679673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real understanding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1371600" y="4544568"/>
            <a:ext cx="679673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F6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doesn't know facts are true — it knows which words usually follow which.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411480" y="6035040"/>
            <a:ext cx="11368735" cy="530352"/>
          </a:xfrm>
          <a:prstGeom prst="roundRect">
            <a:avLst>
              <a:gd name="adj" fmla="val 17241"/>
            </a:avLst>
          </a:prstGeom>
          <a:solidFill>
            <a:srgbClr val="2C6B57"/>
          </a:solidFill>
          <a:ln w="12700">
            <a:solidFill>
              <a:srgbClr val="2C6B57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35000"/>
              </a:srgbClr>
            </a:outerShdw>
          </a:effectLst>
        </p:spPr>
      </p:sp>
      <p:sp>
        <p:nvSpPr>
          <p:cNvPr id="17" name="Text 12"/>
          <p:cNvSpPr/>
          <p:nvPr/>
        </p:nvSpPr>
        <p:spPr>
          <a:xfrm>
            <a:off x="594360" y="6035040"/>
            <a:ext cx="15544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8A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TAKEAWAY: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2148840" y="6035040"/>
            <a:ext cx="9448495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LLM is a very powerful autocomplete — pattern-matching at massive scale, one prediction at a time.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5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365760"/>
            <a:ext cx="4206240" cy="548640"/>
          </a:xfrm>
          <a:prstGeom prst="roundRect">
            <a:avLst>
              <a:gd name="adj" fmla="val 25000"/>
            </a:avLst>
          </a:prstGeom>
          <a:solidFill>
            <a:srgbClr val="C8A84B"/>
          </a:solidFill>
          <a:ln w="12700">
            <a:solidFill>
              <a:srgbClr val="C8A84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365760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A24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2 · THE STEERING WHEEL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11480" y="1051560"/>
            <a:ext cx="1136873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Prompting Works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411480" y="1920240"/>
            <a:ext cx="1136873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C8A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engine, aimed differently — your instructions shape the output.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297784" y="2688336"/>
            <a:ext cx="5596128" cy="3187906"/>
          </a:xfrm>
          <a:prstGeom prst="roundRect">
            <a:avLst>
              <a:gd name="adj" fmla="val 2295"/>
            </a:avLst>
          </a:prstGeom>
          <a:solidFill>
            <a:srgbClr val="C8A84B"/>
          </a:solidFill>
          <a:ln w="12700">
            <a:solidFill>
              <a:srgbClr val="C8A84B"/>
            </a:solidFill>
            <a:prstDash val="solid"/>
          </a:ln>
          <a:effectLst>
            <a:outerShdw sx="100000" sy="100000" kx="0" ky="0" algn="bl" rotWithShape="0" blurRad="203200" dist="76200" dir="2700000">
              <a:srgbClr val="000000">
                <a:alpha val="50000"/>
              </a:srgbClr>
            </a:outerShdw>
          </a:effectLst>
        </p:spPr>
      </p:sp>
      <p:pic>
        <p:nvPicPr>
          <p:cNvPr id="3" name="Media 0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3352648" y="2743200"/>
            <a:ext cx="5486400" cy="307817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11480" y="6035040"/>
            <a:ext cx="11368735" cy="530352"/>
          </a:xfrm>
          <a:prstGeom prst="roundRect">
            <a:avLst>
              <a:gd name="adj" fmla="val 17241"/>
            </a:avLst>
          </a:prstGeom>
          <a:solidFill>
            <a:srgbClr val="2C6B57"/>
          </a:solidFill>
          <a:ln w="12700">
            <a:solidFill>
              <a:srgbClr val="2C6B57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35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594360" y="6035040"/>
            <a:ext cx="15544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8A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TAKEAWAY: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2148840" y="6035040"/>
            <a:ext cx="9448495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prompts don't make the model smarter — they make your intent crystal clear to the engine.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5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365760"/>
            <a:ext cx="3749040" cy="548640"/>
          </a:xfrm>
          <a:prstGeom prst="roundRect">
            <a:avLst>
              <a:gd name="adj" fmla="val 25000"/>
            </a:avLst>
          </a:prstGeom>
          <a:solidFill>
            <a:srgbClr val="C8A84B"/>
          </a:solidFill>
          <a:ln w="12700">
            <a:solidFill>
              <a:srgbClr val="C8A84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36576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A24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3 · THE AUTOPILOT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11480" y="1051560"/>
            <a:ext cx="1136873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Loops &amp; Agents Work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411480" y="1920240"/>
            <a:ext cx="1136873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C8A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is an LLM given a loop, a goal, and tools — it keeps working until done.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480664" y="2871216"/>
            <a:ext cx="5230368" cy="2990088"/>
          </a:xfrm>
          <a:prstGeom prst="roundRect">
            <a:avLst>
              <a:gd name="adj" fmla="val 2446"/>
            </a:avLst>
          </a:prstGeom>
          <a:solidFill>
            <a:srgbClr val="C8A84B"/>
          </a:solidFill>
          <a:ln w="12700">
            <a:solidFill>
              <a:srgbClr val="C8A84B"/>
            </a:solidFill>
            <a:prstDash val="solid"/>
          </a:ln>
          <a:effectLst>
            <a:outerShdw sx="100000" sy="100000" kx="0" ky="0" algn="bl" rotWithShape="0" blurRad="203200" dist="76200" dir="2700000">
              <a:srgbClr val="000000">
                <a:alpha val="50000"/>
              </a:srgbClr>
            </a:outerShdw>
          </a:effectLst>
        </p:spPr>
      </p:sp>
      <p:pic>
        <p:nvPicPr>
          <p:cNvPr id="3" name="Media 0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3535528" y="2926080"/>
            <a:ext cx="5120640" cy="28803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3206344" y="2596896"/>
            <a:ext cx="658368" cy="658368"/>
          </a:xfrm>
          <a:prstGeom prst="ellipse">
            <a:avLst/>
          </a:prstGeom>
          <a:solidFill>
            <a:srgbClr val="2C6B57"/>
          </a:solidFill>
          <a:ln w="31750">
            <a:solidFill>
              <a:srgbClr val="C8A84B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pic>
        <p:nvPicPr>
          <p:cNvPr id="9" name="Image 0" descr="/private/tmp/claude-501/-Users-scottmagnacca-Documents-Claude-Projects-powerpoint-presentations-2026/scratchpad/icons/bullsey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64352" y="2754904"/>
            <a:ext cx="342351" cy="342351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078328" y="3273552"/>
            <a:ext cx="13167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8A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8326984" y="2596896"/>
            <a:ext cx="658368" cy="658368"/>
          </a:xfrm>
          <a:prstGeom prst="ellipse">
            <a:avLst/>
          </a:prstGeom>
          <a:solidFill>
            <a:srgbClr val="2C6B57"/>
          </a:solidFill>
          <a:ln w="31750">
            <a:solidFill>
              <a:srgbClr val="C8A84B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pic>
        <p:nvPicPr>
          <p:cNvPr id="12" name="Image 1" descr="/private/tmp/claude-501/-Users-scottmagnacca-Documents-Claude-Projects-powerpoint-presentations-2026/scratchpad/icons/toolbox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4992" y="2754904"/>
            <a:ext cx="342351" cy="342351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7997800" y="3273552"/>
            <a:ext cx="13167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8A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endParaRPr lang="en-US" sz="1050" dirty="0"/>
          </a:p>
        </p:txBody>
      </p:sp>
      <p:sp>
        <p:nvSpPr>
          <p:cNvPr id="14" name="Shape 9"/>
          <p:cNvSpPr/>
          <p:nvPr/>
        </p:nvSpPr>
        <p:spPr>
          <a:xfrm>
            <a:off x="411480" y="6035040"/>
            <a:ext cx="11368735" cy="530352"/>
          </a:xfrm>
          <a:prstGeom prst="roundRect">
            <a:avLst>
              <a:gd name="adj" fmla="val 17241"/>
            </a:avLst>
          </a:prstGeom>
          <a:solidFill>
            <a:srgbClr val="2C6B57"/>
          </a:solidFill>
          <a:ln w="12700">
            <a:solidFill>
              <a:srgbClr val="2C6B57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35000"/>
              </a:srgbClr>
            </a:outerShdw>
          </a:effectLst>
        </p:spPr>
      </p:sp>
      <p:sp>
        <p:nvSpPr>
          <p:cNvPr id="15" name="Text 10"/>
          <p:cNvSpPr/>
          <p:nvPr/>
        </p:nvSpPr>
        <p:spPr>
          <a:xfrm>
            <a:off x="594360" y="6035040"/>
            <a:ext cx="15544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8A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TAKEAWAY: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2148840" y="6035040"/>
            <a:ext cx="9448495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= LLM + Loop + Tools — it keeps working toward the goal, without stopping after one turn.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2026-08-05T12:24:16Z</dcterms:created>
  <dcterms:modified xsi:type="dcterms:W3CDTF">2026-08-05T12:24:16Z</dcterms:modified>
</cp:coreProperties>
</file>