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3566160" cy="548640"/>
          </a:xfrm>
          <a:prstGeom prst="roundRect">
            <a:avLst>
              <a:gd name="adj" fmla="val 25000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657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 · THE ENGINE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an LLM Works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isn't thinking — it's predicting the next most likely word, one token at a time.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280160" y="2880360"/>
            <a:ext cx="9631375" cy="2606040"/>
          </a:xfrm>
          <a:prstGeom prst="roundRect">
            <a:avLst>
              <a:gd name="adj" fmla="val 5263"/>
            </a:avLst>
          </a:prstGeom>
          <a:solidFill>
            <a:srgbClr val="F6F4EE"/>
          </a:solidFill>
          <a:ln w="38100">
            <a:solidFill>
              <a:srgbClr val="C8A84B"/>
            </a:solidFill>
            <a:prstDash val="solid"/>
          </a:ln>
          <a:effectLst>
            <a:outerShdw sx="100000" sy="100000" kx="0" ky="0" algn="bl" rotWithShape="0" blurRad="177800" dist="63500" dir="27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79296" y="3383280"/>
            <a:ext cx="1783080" cy="685800"/>
          </a:xfrm>
          <a:prstGeom prst="roundRect">
            <a:avLst>
              <a:gd name="adj" fmla="val 13333"/>
            </a:avLst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79296" y="33832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62376" y="3383280"/>
            <a:ext cx="5669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84B"/>
                </a:solidFill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029304" y="3383280"/>
            <a:ext cx="1783080" cy="685800"/>
          </a:xfrm>
          <a:prstGeom prst="roundRect">
            <a:avLst>
              <a:gd name="adj" fmla="val 13333"/>
            </a:avLst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029304" y="33832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812384" y="3383280"/>
            <a:ext cx="5669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84B"/>
                </a:solidFill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379312" y="3383280"/>
            <a:ext cx="1783080" cy="685800"/>
          </a:xfrm>
          <a:prstGeom prst="roundRect">
            <a:avLst>
              <a:gd name="adj" fmla="val 13333"/>
            </a:avLst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79312" y="33832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62392" y="3383280"/>
            <a:ext cx="5669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84B"/>
                </a:solidFill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729320" y="3383280"/>
            <a:ext cx="1783080" cy="685800"/>
          </a:xfrm>
          <a:prstGeom prst="roundRect">
            <a:avLst>
              <a:gd name="adj" fmla="val 13333"/>
            </a:avLst>
          </a:prstGeom>
          <a:solidFill>
            <a:srgbClr val="2C6B57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29320" y="33832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45920" y="4389120"/>
            <a:ext cx="8899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generated by scanning everything written so far, then scoring every possible next word.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5029200"/>
            <a:ext cx="9631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Prediction Loop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1480" y="5989320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2C6B57"/>
          </a:solidFill>
          <a:ln w="12700">
            <a:solidFill>
              <a:srgbClr val="2C6B57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" y="5989320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48840" y="5989320"/>
            <a:ext cx="94484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is a very powerful autocomplete — pattern-matching at massive scale, one prediction at a time.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4206240" cy="548640"/>
          </a:xfrm>
          <a:prstGeom prst="roundRect">
            <a:avLst>
              <a:gd name="adj" fmla="val 25000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657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 · THE STEERING WHEEL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Prompting Works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engine, aimed differently — your instructions shape the output.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15288" y="2880360"/>
            <a:ext cx="2468880" cy="960120"/>
          </a:xfrm>
          <a:prstGeom prst="roundRect">
            <a:avLst>
              <a:gd name="adj" fmla="val 13333"/>
            </a:avLst>
          </a:prstGeom>
          <a:solidFill>
            <a:srgbClr val="2C6B57"/>
          </a:solidFill>
          <a:ln w="38100">
            <a:solidFill>
              <a:srgbClr val="C8A84B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15288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AI"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84168" y="2880360"/>
            <a:ext cx="777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8A84B"/>
                </a:solidFill>
              </a:rPr>
              <a:t>→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880360"/>
            <a:ext cx="2468880" cy="960120"/>
          </a:xfrm>
          <a:prstGeom prst="roundRect">
            <a:avLst>
              <a:gd name="adj" fmla="val 13333"/>
            </a:avLst>
          </a:prstGeom>
          <a:solidFill>
            <a:srgbClr val="2C6B57"/>
          </a:solidFill>
          <a:ln w="38100">
            <a:solidFill>
              <a:srgbClr val="C8A84B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61408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(Same Engine)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30288" y="2880360"/>
            <a:ext cx="777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8A84B"/>
                </a:solidFill>
              </a:rPr>
              <a:t>→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07528" y="2880360"/>
            <a:ext cx="2468880" cy="960120"/>
          </a:xfrm>
          <a:prstGeom prst="roundRect">
            <a:avLst>
              <a:gd name="adj" fmla="val 13333"/>
            </a:avLst>
          </a:prstGeom>
          <a:solidFill>
            <a:srgbClr val="2C6B57"/>
          </a:solidFill>
          <a:ln w="38100">
            <a:solidFill>
              <a:srgbClr val="C8A84B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07528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(Result)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11480" y="4160520"/>
            <a:ext cx="113687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Prompts = Different Outputs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066648" y="4663440"/>
            <a:ext cx="3017520" cy="960120"/>
          </a:xfrm>
          <a:prstGeom prst="roundRect">
            <a:avLst>
              <a:gd name="adj" fmla="val 9524"/>
            </a:avLst>
          </a:prstGeom>
          <a:solidFill>
            <a:srgbClr val="F6F4EE"/>
          </a:solidFill>
          <a:ln w="25400">
            <a:solidFill>
              <a:srgbClr val="C8A84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158088" y="47365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poem"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58088" y="51663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C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text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87088" y="4663440"/>
            <a:ext cx="3017520" cy="960120"/>
          </a:xfrm>
          <a:prstGeom prst="roundRect">
            <a:avLst>
              <a:gd name="adj" fmla="val 9524"/>
            </a:avLst>
          </a:prstGeom>
          <a:solidFill>
            <a:srgbClr val="F6F4EE"/>
          </a:solidFill>
          <a:ln w="25400">
            <a:solidFill>
              <a:srgbClr val="C8A84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78528" y="47365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78528" y="51663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C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Concise facts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07528" y="4663440"/>
            <a:ext cx="3017520" cy="960120"/>
          </a:xfrm>
          <a:prstGeom prst="roundRect">
            <a:avLst>
              <a:gd name="adj" fmla="val 9524"/>
            </a:avLst>
          </a:prstGeom>
          <a:solidFill>
            <a:srgbClr val="F6F4EE"/>
          </a:solidFill>
          <a:ln w="25400">
            <a:solidFill>
              <a:srgbClr val="C8A84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98968" y="47365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clearly"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198968" y="51663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C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breakdown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11480" y="5989320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2C6B57"/>
          </a:solidFill>
          <a:ln w="12700">
            <a:solidFill>
              <a:srgbClr val="2C6B57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5989320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148840" y="5989320"/>
            <a:ext cx="94484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prompts don't make the model smarter — they make your intent crystal clear to the engine.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5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3749040" cy="548640"/>
          </a:xfrm>
          <a:prstGeom prst="roundRect">
            <a:avLst>
              <a:gd name="adj" fmla="val 25000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657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 · THE AUTOPILOT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Loops &amp; Agents Work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11368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an LLM given a loop, a goal, and tools — it keeps working until done.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35428" y="3131820"/>
            <a:ext cx="1965960" cy="914400"/>
          </a:xfrm>
          <a:prstGeom prst="roundRect">
            <a:avLst>
              <a:gd name="adj" fmla="val 14000"/>
            </a:avLst>
          </a:prstGeom>
          <a:solidFill>
            <a:srgbClr val="2C6B57"/>
          </a:solidFill>
          <a:ln w="38100">
            <a:solidFill>
              <a:srgbClr val="C8A84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35428" y="313182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(What to do)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1388" y="31318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A84B"/>
                </a:solidFill>
              </a:rPr>
              <a:t>→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5387188" y="2880360"/>
            <a:ext cx="1417320" cy="1417320"/>
          </a:xfrm>
          <a:prstGeom prst="ellipse">
            <a:avLst/>
          </a:prstGeom>
          <a:solidFill>
            <a:srgbClr val="F6F4EE"/>
          </a:solidFill>
          <a:ln w="63500">
            <a:solidFill>
              <a:srgbClr val="C8A84B"/>
            </a:solidFill>
            <a:prstDash val="solid"/>
          </a:ln>
          <a:effectLst>
            <a:outerShdw sx="100000" sy="100000" kx="0" ky="0" algn="bl" rotWithShape="0" blurRad="177800" dist="63500" dir="27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387188" y="2880360"/>
            <a:ext cx="1417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804508" y="31318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A84B"/>
                </a:solidFill>
              </a:rPr>
              <a:t>→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7490308" y="3131820"/>
            <a:ext cx="1965960" cy="914400"/>
          </a:xfrm>
          <a:prstGeom prst="roundRect">
            <a:avLst>
              <a:gd name="adj" fmla="val 14000"/>
            </a:avLst>
          </a:prstGeom>
          <a:solidFill>
            <a:srgbClr val="2C6B57"/>
          </a:solidFill>
          <a:ln w="38100">
            <a:solidFill>
              <a:srgbClr val="C8A84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490308" y="313182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 to do it)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907128" y="457200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07128" y="45720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LOOP: Repeat Until Done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" y="5440680"/>
            <a:ext cx="11368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checking: is the goal achieved yet?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11480" y="5989320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2C6B57"/>
          </a:solidFill>
          <a:ln w="12700">
            <a:solidFill>
              <a:srgbClr val="2C6B57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5989320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48840" y="5989320"/>
            <a:ext cx="94484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= LLM + Loop + Tools — it keeps working toward the goal, without stopping after one turn.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2026-08-05T11:54:57Z</dcterms:created>
  <dcterms:modified xsi:type="dcterms:W3CDTF">2026-08-05T11:54:57Z</dcterms:modified>
</cp:coreProperties>
</file>