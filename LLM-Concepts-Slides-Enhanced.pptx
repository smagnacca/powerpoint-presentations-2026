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65760"/>
            <a:ext cx="2743200" cy="365760"/>
          </a:xfrm>
          <a:prstGeom prst="roundRect">
            <a:avLst>
              <a:gd name="adj" fmla="val 25000"/>
            </a:avLst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 · THE ENGINE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an LLM Works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" y="1554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isn't thinking — it's predicting the next most likely word, one token at a time.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2468880"/>
            <a:ext cx="7772400" cy="2560320"/>
          </a:xfrm>
          <a:prstGeom prst="roundRect">
            <a:avLst>
              <a:gd name="adj" fmla="val 5357"/>
            </a:avLst>
          </a:prstGeom>
          <a:solidFill>
            <a:srgbClr val="F6F4EE"/>
          </a:solidFill>
          <a:ln w="12700">
            <a:solidFill>
              <a:srgbClr val="F6F4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743200"/>
            <a:ext cx="7406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Prediction Network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Input → Attention Layers → Output Token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5303520"/>
            <a:ext cx="7955280" cy="457200"/>
          </a:xfrm>
          <a:prstGeom prst="roundRect">
            <a:avLst>
              <a:gd name="adj" fmla="val 16000"/>
            </a:avLst>
          </a:prstGeom>
          <a:solidFill>
            <a:srgbClr val="2C6B57"/>
          </a:solidFill>
          <a:ln w="12700">
            <a:solidFill>
              <a:srgbClr val="2C6B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53035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54480" y="530352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is a very powerful autocomplete — pattern-matching at massive scale, not reasoning like a human.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5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65760"/>
            <a:ext cx="3474720" cy="365760"/>
          </a:xfrm>
          <a:prstGeom prst="roundRect">
            <a:avLst>
              <a:gd name="adj" fmla="val 25000"/>
            </a:avLst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2 · THE STEERING WHEEL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Prompting Works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" y="1554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engine, aimed differently — your instructions shape what comes out.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560320"/>
            <a:ext cx="1645920" cy="731520"/>
          </a:xfrm>
          <a:prstGeom prst="roundRect">
            <a:avLst>
              <a:gd name="adj" fmla="val 12500"/>
            </a:avLst>
          </a:prstGeom>
          <a:solidFill>
            <a:srgbClr val="2C6B57"/>
          </a:solidFill>
          <a:ln w="25400">
            <a:solidFill>
              <a:srgbClr val="C8A8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5603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749040" y="2560320"/>
            <a:ext cx="1645920" cy="731520"/>
          </a:xfrm>
          <a:prstGeom prst="roundRect">
            <a:avLst>
              <a:gd name="adj" fmla="val 12500"/>
            </a:avLst>
          </a:prstGeom>
          <a:solidFill>
            <a:srgbClr val="2C6B57"/>
          </a:solidFill>
          <a:ln w="25400">
            <a:solidFill>
              <a:srgbClr val="C8A8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25603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766560" y="2560320"/>
            <a:ext cx="1645920" cy="731520"/>
          </a:xfrm>
          <a:prstGeom prst="roundRect">
            <a:avLst>
              <a:gd name="adj" fmla="val 12500"/>
            </a:avLst>
          </a:prstGeom>
          <a:solidFill>
            <a:srgbClr val="2C6B57"/>
          </a:solidFill>
          <a:ln w="25400">
            <a:solidFill>
              <a:srgbClr val="C8A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25603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60320" y="2697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8A84B"/>
                </a:solidFill>
              </a:rPr>
              <a:t>→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577840" y="2697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8A84B"/>
                </a:solidFill>
              </a:rPr>
              <a:t>→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74320" y="36576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Prompt = Different Output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74320" y="5303520"/>
            <a:ext cx="7955280" cy="457200"/>
          </a:xfrm>
          <a:prstGeom prst="roundRect">
            <a:avLst>
              <a:gd name="adj" fmla="val 16000"/>
            </a:avLst>
          </a:prstGeom>
          <a:solidFill>
            <a:srgbClr val="2C6B57"/>
          </a:solidFill>
          <a:ln w="12700">
            <a:solidFill>
              <a:srgbClr val="2C6B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53035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54480" y="530352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prompts don't make the model smarter — they make your intent clearer.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5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65760"/>
            <a:ext cx="2926080" cy="365760"/>
          </a:xfrm>
          <a:prstGeom prst="roundRect">
            <a:avLst>
              <a:gd name="adj" fmla="val 25000"/>
            </a:avLst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3 · THE AUTOPILOT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Loops &amp; Agents Work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" y="1554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is an LLM given a loop, a goal, and tools — it keeps working until it's done.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749040" y="2560320"/>
            <a:ext cx="731520" cy="731520"/>
          </a:xfrm>
          <a:prstGeom prst="ellipse">
            <a:avLst/>
          </a:prstGeom>
          <a:solidFill>
            <a:srgbClr val="F6F4EE"/>
          </a:solidFill>
          <a:ln w="38100">
            <a:solidFill>
              <a:srgbClr val="C8A8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49040" y="2560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0" y="182880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2C6B57"/>
          </a:solidFill>
          <a:ln w="19050">
            <a:solidFill>
              <a:srgbClr val="C8A8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8288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77840" y="274320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2C6B57"/>
          </a:solidFill>
          <a:ln w="19050">
            <a:solidFill>
              <a:srgbClr val="C8A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77840" y="2743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365760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2C6B57"/>
          </a:solidFill>
          <a:ln w="19050">
            <a:solidFill>
              <a:srgbClr val="C8A8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3657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" y="429768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Repeats until goal achieved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4320" y="5303520"/>
            <a:ext cx="7955280" cy="457200"/>
          </a:xfrm>
          <a:prstGeom prst="roundRect">
            <a:avLst>
              <a:gd name="adj" fmla="val 16000"/>
            </a:avLst>
          </a:prstGeom>
          <a:solidFill>
            <a:srgbClr val="2C6B57"/>
          </a:solidFill>
          <a:ln w="12700">
            <a:solidFill>
              <a:srgbClr val="2C6B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53035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54480" y="530352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= LLM + Loop + Tools — it keeps going until the goal is met, not just one turn.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2026-08-05T11:45:05Z</dcterms:created>
  <dcterms:modified xsi:type="dcterms:W3CDTF">2026-08-05T11:45:05Z</dcterms:modified>
</cp:coreProperties>
</file>